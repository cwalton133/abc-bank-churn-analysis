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ABC Bank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Recommendations</a:t>
            </a:r>
          </a:p>
          <a:p>
            <a:r>
              <a:t>Data-Driven Retention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churn challenges</a:t>
            </a:r>
          </a:p>
          <a:p>
            <a:r>
              <a:t>Key analytical insights</a:t>
            </a:r>
          </a:p>
          <a:p>
            <a:r>
              <a:t>Strategic recommendations</a:t>
            </a:r>
          </a:p>
          <a:p>
            <a:r>
              <a:t>Expected business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churn among older customers</a:t>
            </a:r>
          </a:p>
          <a:p>
            <a:r>
              <a:t>Germany has significantly higher churn rates</a:t>
            </a:r>
          </a:p>
          <a:p>
            <a:r>
              <a:t>High-balance customers are more likely to churn</a:t>
            </a:r>
          </a:p>
          <a:p>
            <a:r>
              <a:t>Female customers churn more than male customers</a:t>
            </a:r>
          </a:p>
          <a:p>
            <a:r>
              <a:t>Diamond cardholders show the highest churn rates</a:t>
            </a:r>
          </a:p>
          <a:p>
            <a:r>
              <a:t>Lower credit scores correlate with higher churn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1: Protect High-Value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Proactively engage high-balance customers</a:t>
            </a:r>
          </a:p>
          <a:p>
            <a:r>
              <a:t>Introduce loyalty incentives and rewards</a:t>
            </a:r>
          </a:p>
          <a:p>
            <a:r>
              <a:t>Assign dedicated relationship managers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2: Address Regional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Investigate churn drivers in Germany</a:t>
            </a:r>
          </a:p>
          <a:p>
            <a:r>
              <a:t>Improve service delivery in high-churn regions</a:t>
            </a:r>
          </a:p>
          <a:p>
            <a:r>
              <a:t>Launch region-specific retention campaigns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3: Improve Product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Simplify product bundles for multi-product customers</a:t>
            </a:r>
          </a:p>
          <a:p>
            <a:r>
              <a:t>Enhance communication around product benefits</a:t>
            </a:r>
          </a:p>
          <a:p>
            <a:r>
              <a:t>Reduce service complexity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4: Segment-Based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gender-focused engagement strategies</a:t>
            </a:r>
          </a:p>
          <a:p>
            <a:r>
              <a:t>Reassess value proposition for Diamond cardholders</a:t>
            </a:r>
          </a:p>
          <a:p>
            <a:r>
              <a:t>Strengthen premium customer onboarding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5: Early Churn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low credit score customers closely</a:t>
            </a:r>
          </a:p>
          <a:p>
            <a:r>
              <a:t>Use complaints and satisfaction data proactively</a:t>
            </a:r>
          </a:p>
          <a:p>
            <a:r>
              <a:t>Implement churn-risk dashboards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 customer churn rates</a:t>
            </a:r>
          </a:p>
          <a:p>
            <a:r>
              <a:t>Improved retention of high-value customers</a:t>
            </a:r>
          </a:p>
          <a:p>
            <a:r>
              <a:t>Higher customer lifetime value (CLV)</a:t>
            </a:r>
          </a:p>
          <a:p>
            <a:r>
              <a:t>More efficient marketing and loyalty spending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Churn can be predicted using customer data</a:t>
            </a:r>
          </a:p>
          <a:p>
            <a:r>
              <a:t>Targeted strategies reduce attrition</a:t>
            </a:r>
          </a:p>
          <a:p>
            <a:r>
              <a:t>ABC Bank can improve long-term profitability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